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24CCAA-DD1C-442B-B4ED-F35ABAE1B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853147-20F2-4711-978C-699BB71A7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AC23A8-2B93-4B7A-AF94-037E9B804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6B3B5-E7F4-4A08-9A87-88CFA6A9500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2891CD-DC6F-4682-806F-1FE5E354A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162402-D62E-49FE-BCB7-902EDDA9F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05EA-E1E1-41D7-9A2B-2EDE1B45AE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1329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4F876-2C50-40F2-9B20-720E50F31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6B50A8-A95D-4889-9C74-CB6A1AA58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FAA39E-650A-42E0-ADAD-B5D7183ED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6B3B5-E7F4-4A08-9A87-88CFA6A9500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0D0C53-1986-4214-9DC3-6FA795DF0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015A0C-822C-448F-866B-8C855854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05EA-E1E1-41D7-9A2B-2EDE1B45AE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0292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032651-11C9-42DB-9273-9B8D5B643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695E02-1B56-4DD1-A4A9-D31280BDD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B02645-7E72-42DE-81EE-85EA14B83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6B3B5-E7F4-4A08-9A87-88CFA6A9500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48C3FE-2DDB-4233-9301-7BF4E898B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A7860B-C328-431C-B130-4CC646594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05EA-E1E1-41D7-9A2B-2EDE1B45AE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6679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E1ACF4-0DED-46FF-9227-8CF5D289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0F68F0-34F2-4B9B-B6C4-6843525F69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3AEF87-9A29-4B3D-9FC0-9EA940E9B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236C56-5828-4699-92F1-65222D61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6B3B5-E7F4-4A08-9A87-88CFA6A9500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BD6709-9EBE-4432-AD45-449C3A479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C99CC8-2EE4-45B7-98FC-F8E9AB965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05EA-E1E1-41D7-9A2B-2EDE1B45AE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3893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7DE56-D6B9-476F-9645-31B4B9344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E5E592-89CA-4B69-BA34-AA45C1CCB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7C77D6-2907-4686-9F0F-BE9C3DC52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B793D5D-5AD1-42C3-890A-B050002D01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6F56B3C-3A98-4F68-8C36-8236B9E605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0A42B58-64DB-4ED5-B8A3-BE4E0BB84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6B3B5-E7F4-4A08-9A87-88CFA6A9500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DD3427D-CB0B-4789-BA40-B6ED0185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89C6A3A-045E-41C8-955E-AC693F37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05EA-E1E1-41D7-9A2B-2EDE1B45AE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9277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E6668-326E-4042-BA20-952819D3A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22151CE-7C04-4405-B457-AA0FA2536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6B3B5-E7F4-4A08-9A87-88CFA6A9500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30DFB68-7244-4EAC-AA6C-31D9C4633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65E602A-FA22-4E5F-A0F1-CB3F12C70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05EA-E1E1-41D7-9A2B-2EDE1B45AE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8663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16D5089-753C-4F12-85D1-AA1205252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6B3B5-E7F4-4A08-9A87-88CFA6A9500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9BB67CA-E5D5-45A8-9DA2-25055040D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95EE0D-076D-4C90-88AB-9E47D986C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05EA-E1E1-41D7-9A2B-2EDE1B45AE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7530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07F4B-725E-4CC8-946D-3445A6EF1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8A7C94-053A-4987-A314-FAA9EB9DF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C43E7C-A3CD-487B-ADF2-C7D31C560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7690FD-90B3-492C-AB55-EDD6DC338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6B3B5-E7F4-4A08-9A87-88CFA6A9500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C8C618-FACD-4EA6-98DC-F6E109721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61E840-0EF3-47D7-8BB1-BA50042D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05EA-E1E1-41D7-9A2B-2EDE1B45AE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4110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58CAE8-D725-4A51-9DAE-BFB0EED45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F3240B7-0897-4C01-8BB6-5DFFCDA43D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8D5297-28E8-45AC-93C2-13AA465ED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F6865D-D9B7-4D78-BD1D-D6AB3F1D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6B3B5-E7F4-4A08-9A87-88CFA6A9500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9EE339-E5EE-4CCD-9966-5BD3666E3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CABAE7-781E-4B18-B17C-CFFC2AE9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05EA-E1E1-41D7-9A2B-2EDE1B45AE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072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FFAB39-38BF-4017-951C-1F3BF46EB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C25BBF-C63A-4901-BC02-9EC857A96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09343C-D81D-48E5-AF0D-869BEF3C2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6B3B5-E7F4-4A08-9A87-88CFA6A9500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71B5A7-1302-4370-9329-40EE43E98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A52FDD-9CB3-47D6-B384-31D050338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05EA-E1E1-41D7-9A2B-2EDE1B45AE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0547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8B733E1-EEB0-4C55-BC23-474092B008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919B8E-6F9E-473C-973A-18D5BF1FD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6851AE-9641-4304-892C-F47C5A0B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6B3B5-E7F4-4A08-9A87-88CFA6A9500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0D597C-D0A9-4986-862F-404860E4A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1F9C6F-3A9A-423F-BBB4-74BD323A2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05EA-E1E1-41D7-9A2B-2EDE1B45AE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3863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B0E98EF-7416-47B0-9A5C-2D2F58D67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31015C-68B3-4125-8F9A-40F0F5B81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941676-45EE-4317-8531-798FA59A6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6B3B5-E7F4-4A08-9A87-88CFA6A9500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7D6EAA-80B7-4A4E-8D43-944126F1A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F699B0-701F-48D9-BCDA-DD8490F5E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105EA-E1E1-41D7-9A2B-2EDE1B45AE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8017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E6B0BBF-7AB6-4F1A-9C83-1F67B47E457C}"/>
              </a:ext>
            </a:extLst>
          </p:cNvPr>
          <p:cNvSpPr txBox="1"/>
          <p:nvPr/>
        </p:nvSpPr>
        <p:spPr>
          <a:xfrm>
            <a:off x="1334278" y="998376"/>
            <a:ext cx="9675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/>
              <a:t>LA UNIVERSIDAD EN EL CAMPO-INSTITUCIÓN EDUCATIVA RAFAEL POMBO</a:t>
            </a:r>
            <a:endParaRPr lang="es-CO" sz="24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9BE3774-B726-4165-A8DF-C9CBD64B0CAC}"/>
              </a:ext>
            </a:extLst>
          </p:cNvPr>
          <p:cNvSpPr txBox="1"/>
          <p:nvPr/>
        </p:nvSpPr>
        <p:spPr>
          <a:xfrm>
            <a:off x="466531" y="1810139"/>
            <a:ext cx="4124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Focalización y motivación.</a:t>
            </a:r>
          </a:p>
          <a:p>
            <a:r>
              <a:rPr lang="es-MX" dirty="0"/>
              <a:t>Alistamiento documental.</a:t>
            </a:r>
          </a:p>
          <a:p>
            <a:r>
              <a:rPr lang="es-MX" dirty="0"/>
              <a:t>Matrícula de los estudiantes.</a:t>
            </a:r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B873C8F-3D72-44BB-B1D8-DD56A3CF42F0}"/>
              </a:ext>
            </a:extLst>
          </p:cNvPr>
          <p:cNvSpPr txBox="1"/>
          <p:nvPr/>
        </p:nvSpPr>
        <p:spPr>
          <a:xfrm>
            <a:off x="3774233" y="1549543"/>
            <a:ext cx="49265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Asesoría y acompañamiento:</a:t>
            </a:r>
          </a:p>
          <a:p>
            <a:r>
              <a:rPr lang="es-MX" dirty="0"/>
              <a:t>Visita sábado</a:t>
            </a:r>
          </a:p>
          <a:p>
            <a:r>
              <a:rPr lang="es-MX" dirty="0"/>
              <a:t>Visita semana</a:t>
            </a:r>
          </a:p>
          <a:p>
            <a:r>
              <a:rPr lang="es-MX" dirty="0"/>
              <a:t>Seguimiento integral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F4B68F2-D7D0-4B07-858C-9E143671971D}"/>
              </a:ext>
            </a:extLst>
          </p:cNvPr>
          <p:cNvSpPr txBox="1"/>
          <p:nvPr/>
        </p:nvSpPr>
        <p:spPr>
          <a:xfrm>
            <a:off x="9205557" y="4398367"/>
            <a:ext cx="2892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Actividad de bienestar estudiantil</a:t>
            </a: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A81E912-B58C-4A88-9212-247E00BBE63C}"/>
              </a:ext>
            </a:extLst>
          </p:cNvPr>
          <p:cNvSpPr txBox="1"/>
          <p:nvPr/>
        </p:nvSpPr>
        <p:spPr>
          <a:xfrm>
            <a:off x="466531" y="3134611"/>
            <a:ext cx="5322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Entrega de currículo base </a:t>
            </a:r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35BDBA9-AD21-45FE-9812-0DCBE41ED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522" y="5100639"/>
            <a:ext cx="2728296" cy="1757361"/>
          </a:xfrm>
          <a:prstGeom prst="rect">
            <a:avLst/>
          </a:prstGeom>
        </p:spPr>
      </p:pic>
      <p:pic>
        <p:nvPicPr>
          <p:cNvPr id="1028" name="Picture 4" descr="Puede ser una imagen de una o varias personas, personas estudiando y tabla">
            <a:extLst>
              <a:ext uri="{FF2B5EF4-FFF2-40B4-BE49-F238E27FC236}">
                <a16:creationId xmlns:a16="http://schemas.microsoft.com/office/drawing/2014/main" id="{47E1CF8C-6242-4F37-990D-B007706A6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92" y="3625278"/>
            <a:ext cx="1892560" cy="141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FB13006-9A75-4B98-B990-0EF536206C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444" t="30624" r="35408" b="10456"/>
          <a:stretch/>
        </p:blipFill>
        <p:spPr>
          <a:xfrm>
            <a:off x="931692" y="5149179"/>
            <a:ext cx="1892560" cy="1598253"/>
          </a:xfrm>
          <a:prstGeom prst="rect">
            <a:avLst/>
          </a:prstGeom>
        </p:spPr>
      </p:pic>
      <p:pic>
        <p:nvPicPr>
          <p:cNvPr id="1030" name="Picture 6" descr="Puede ser una imagen de una o varias personas y personas estudiando">
            <a:extLst>
              <a:ext uri="{FF2B5EF4-FFF2-40B4-BE49-F238E27FC236}">
                <a16:creationId xmlns:a16="http://schemas.microsoft.com/office/drawing/2014/main" id="{67B2987A-DA96-43EA-8EF3-A19909272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27" y="3302112"/>
            <a:ext cx="2468269" cy="141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EFA35ED-99CE-486E-BD80-C1FC86CB8B6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8954" t="42407" r="7322" b="35993"/>
          <a:stretch/>
        </p:blipFill>
        <p:spPr>
          <a:xfrm>
            <a:off x="3714727" y="4721532"/>
            <a:ext cx="2468269" cy="139902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C6516B0-161D-481A-B919-31E63CD52CB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3535" t="13605" b="42177"/>
          <a:stretch/>
        </p:blipFill>
        <p:spPr>
          <a:xfrm>
            <a:off x="6172200" y="3857619"/>
            <a:ext cx="2636361" cy="1727826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0DBA6972-D7CC-4471-8BFA-F7CF0BC05A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9205557" y="1991300"/>
            <a:ext cx="2022858" cy="1517143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ADF737C2-3ABD-418F-AA82-9A89C82CAA48}"/>
              </a:ext>
            </a:extLst>
          </p:cNvPr>
          <p:cNvSpPr txBox="1"/>
          <p:nvPr/>
        </p:nvSpPr>
        <p:spPr>
          <a:xfrm>
            <a:off x="8808561" y="1580150"/>
            <a:ext cx="2892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Entrega de guías primaria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270693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42</Words>
  <Application>Microsoft Office PowerPoint</Application>
  <PresentationFormat>Panorámica</PresentationFormat>
  <Paragraphs>11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User</cp:lastModifiedBy>
  <cp:revision>3</cp:revision>
  <dcterms:created xsi:type="dcterms:W3CDTF">2026-07-31T10:47:47Z</dcterms:created>
  <dcterms:modified xsi:type="dcterms:W3CDTF">2026-07-31T11:07:01Z</dcterms:modified>
</cp:coreProperties>
</file>